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BMW Product Requirements Priorities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Evidence-linked PM review deck</a:t>
            </a:r>
          </a:p>
          <a:p>
            <a:pPr algn="l"/>
            <a:r>
              <a:rPr sz="1600">
                <a:latin typeface="Aptos"/>
              </a:rPr>
              <a:t>Generated from the automotive data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Decision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r>
                        <a:t>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Sentiment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EHI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emergency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collision for F70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airbag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emergency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sensor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warning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warning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sensor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collision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brake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Emergency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emergency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-78.6 | EHI: 58.5%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116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158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525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2513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F70 Collision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collision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EU</a:t>
            </a:r>
          </a:p>
          <a:p>
            <a:pPr algn="l"/>
            <a:r>
              <a:rPr sz="1600">
                <a:latin typeface="Aptos"/>
              </a:rPr>
              <a:t>Sentiment: -76.0 | EHI: 44.0%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2535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4002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4003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4004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Airbag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airbag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-76.0 | EHI: 50.2%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596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1618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2925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3346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Emergency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emergency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Unknown</a:t>
            </a:r>
          </a:p>
          <a:p>
            <a:pPr algn="l"/>
            <a:r>
              <a:rPr sz="1600">
                <a:latin typeface="Aptos"/>
              </a:rPr>
              <a:t>Sentiment: -58.2 | EHI: 57.9%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1030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1129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1161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1189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Sensor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sensor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-50.8 | EHI: 57.2%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172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408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599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727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Warning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warning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Unknown</a:t>
            </a:r>
          </a:p>
          <a:p>
            <a:pPr algn="l"/>
            <a:r>
              <a:rPr sz="1600">
                <a:latin typeface="Aptos"/>
              </a:rPr>
              <a:t>Sentiment: -50.0 | EHI: 64.5%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25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172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218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Warning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warning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-40.5 | EHI: 67.2%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65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98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151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172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Sensor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sensor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-34.6 | EHI: 57.2%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232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995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1485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1658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Collision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collision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Unknown</a:t>
            </a:r>
          </a:p>
          <a:p>
            <a:pPr algn="l"/>
            <a:r>
              <a:rPr sz="1600">
                <a:latin typeface="Aptos"/>
              </a:rPr>
              <a:t>Sentiment: -33.2 | EHI: 56.5%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294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528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2308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2309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Brake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brake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-29.1 | EHI: 72.0%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14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47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Brake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brake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Unknown</a:t>
            </a:r>
          </a:p>
          <a:p>
            <a:pPr algn="l"/>
            <a:r>
              <a:rPr sz="1600">
                <a:latin typeface="Aptos"/>
              </a:rPr>
              <a:t>Sentiment: -28.9 | EHI: 63.1%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73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225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239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383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Collision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collision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-16.6 | EHI: 57.2%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183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715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716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717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Blind Spot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blind spot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-13.7 | EHI: 57.3%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451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534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768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769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F70 Brake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Preserve brake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EU</a:t>
            </a:r>
          </a:p>
          <a:p>
            <a:pPr algn="l"/>
            <a:r>
              <a:rPr sz="1600">
                <a:latin typeface="Aptos"/>
              </a:rPr>
              <a:t>Sentiment: +41.2 | EHI: 35.8%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725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899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900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1400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F70 Warning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warning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Unknown</a:t>
            </a:r>
          </a:p>
          <a:p>
            <a:pPr algn="l"/>
            <a:r>
              <a:rPr sz="1600">
                <a:latin typeface="Aptos"/>
              </a:rPr>
              <a:t>Sentiment: +4.6 | EHI: 54.9%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498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499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620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621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safety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+14.2 | EHI: 55.3%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172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438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482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616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Preserve safety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Unknown</a:t>
            </a:r>
          </a:p>
          <a:p>
            <a:pPr algn="l"/>
            <a:r>
              <a:rPr sz="1600">
                <a:latin typeface="Aptos"/>
              </a:rPr>
              <a:t>Sentiment: +8.5 | EHI: 65.7%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94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144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161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162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G70 Handover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handover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C10 | Region: US</a:t>
            </a:r>
          </a:p>
          <a:p>
            <a:pPr algn="l"/>
            <a:r>
              <a:rPr sz="1600">
                <a:latin typeface="Aptos"/>
              </a:rPr>
              <a:t>Sentiment: -80.0 | EHI: 40.3%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192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193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F70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cost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C03 | Region: EU</a:t>
            </a:r>
          </a:p>
          <a:p>
            <a:pPr algn="l"/>
            <a:r>
              <a:rPr sz="1600">
                <a:latin typeface="Aptos"/>
              </a:rPr>
              <a:t>Sentiment: -76.7 | EHI: 46.6%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1692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2449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2450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2753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G60 Vibration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vibration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C05 | Region: US</a:t>
            </a:r>
          </a:p>
          <a:p>
            <a:pPr algn="l"/>
            <a:r>
              <a:rPr sz="1600">
                <a:latin typeface="Aptos"/>
              </a:rPr>
              <a:t>Sentiment: -80.0 | EHI: 40.3%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423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