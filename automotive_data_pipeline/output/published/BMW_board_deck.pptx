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BMW Product Requirements Priorities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Evidence-linked PM review deck</a:t>
            </a:r>
          </a:p>
          <a:p>
            <a:pPr algn="l"/>
            <a:r>
              <a:rPr sz="1600">
                <a:latin typeface="Aptos"/>
              </a:rPr>
              <a:t>Generated from the automotive data pipeline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Decision overview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365760" y="1188720"/>
          <a:ext cx="114300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05000"/>
                <a:gridCol w="1905000"/>
                <a:gridCol w="1905000"/>
                <a:gridCol w="1905000"/>
                <a:gridCol w="1905000"/>
                <a:gridCol w="1905000"/>
              </a:tblGrid>
              <a:tr h="457200">
                <a:tc>
                  <a:txBody>
                    <a:bodyPr/>
                    <a:lstStyle/>
                    <a:p>
                      <a:r>
                        <a:t>Band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Platform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Category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Requirement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Sentiment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EHI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'Braking' for G60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82%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'Braking' for G70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81%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'Braking' for F70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-33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80%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'Seat belts' for G60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74%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'Lane departure warning' for G60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74%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'Emergency request' for G70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69%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G60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'Emergency request' for G60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-53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69%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'Tire pressure control' for G70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68%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'Cross Traffic Warning Rear with Brake Intervention' for G70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-72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67%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/>
                    <a:lstStyle/>
                    <a:p>
                      <a:r>
                        <a:t>Critical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G70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Improve 'Airbags' for G70 customers.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-73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66%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G60 Braking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'Braking'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All markets</a:t>
            </a:r>
          </a:p>
          <a:p>
            <a:pPr algn="l"/>
            <a:r>
              <a:rPr sz="1600">
                <a:latin typeface="Aptos"/>
              </a:rPr>
              <a:t>Sentiment: -38.8 | EHI: 82.2%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297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298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299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300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G70 Braking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'Braking' for G70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All markets</a:t>
            </a:r>
          </a:p>
          <a:p>
            <a:pPr algn="l"/>
            <a:r>
              <a:rPr sz="1600">
                <a:latin typeface="Aptos"/>
              </a:rPr>
              <a:t>Sentiment: -38.7 | EHI: 80.7%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514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515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516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1036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F70 Braking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'Braking' for F70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All markets</a:t>
            </a:r>
          </a:p>
          <a:p>
            <a:pPr algn="l"/>
            <a:r>
              <a:rPr sz="1600">
                <a:latin typeface="Aptos"/>
              </a:rPr>
              <a:t>Sentiment: -33.2 | EHI: 79.8%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67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68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172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173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G60 Seat belts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'Seat belts'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All markets</a:t>
            </a:r>
          </a:p>
          <a:p>
            <a:pPr algn="l"/>
            <a:r>
              <a:rPr sz="1600">
                <a:latin typeface="Aptos"/>
              </a:rPr>
              <a:t>Sentiment: -46.9 | EHI: 73.9%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45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284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1007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1053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G60 Lane departure warning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'Lane departure warning'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-26.8 | EHI: 73.9%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172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306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906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1649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G70 Emergency request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'Emergency request' for G70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-76.2 | EHI: 69.3%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158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3079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3104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3183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G60 Emergency request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'Emergency request'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-53.1 | EHI: 69.3%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1161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1189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1910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2267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G70 Tire pressure control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'Tire pressure control' for G70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-71.4 | EHI: 68.2%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786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813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1439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1957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G70 Cross Traffic Warning Rear with Brake Intervention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'Cross Traffic Warning Rear with Brake Intervention' for G70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-72.5 | EHI: 67.0%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383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885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955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2982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G70 Airbags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'Airbags' for G70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-73.0 | EHI: 65.6%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596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1618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2925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3346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Critical review: G60 Emergency Stop Assistant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'Emergency Stop Assistant'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C04 | Region: US</a:t>
            </a:r>
          </a:p>
          <a:p>
            <a:pPr algn="l"/>
            <a:r>
              <a:rPr sz="1600">
                <a:latin typeface="Aptos"/>
              </a:rPr>
              <a:t>Sentiment: -80.0 | EHI: 62.0%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1129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1736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4334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Unscored: F70 Touch screen, operation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'Touch screen, operation' for F70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C07 | Region: All markets</a:t>
            </a:r>
          </a:p>
          <a:p>
            <a:pPr algn="l"/>
            <a:r>
              <a:rPr sz="1600">
                <a:latin typeface="Aptos"/>
              </a:rPr>
              <a:t>Sentiment: -47.4 | EHI: 93.4%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23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24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25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26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Unscored: F70 Drivetrain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Preserve 'Drivetrain' for F70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C01 | Region: All markets</a:t>
            </a:r>
          </a:p>
          <a:p>
            <a:pPr algn="l"/>
            <a:r>
              <a:rPr sz="1600">
                <a:latin typeface="Aptos"/>
              </a:rPr>
              <a:t>Sentiment: +46.1 | EHI: 92.8%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18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19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20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21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Unscored: F70 ConnectedDrive and Infotainment, overall technology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'ConnectedDrive and Infotainment, overall technology' for F70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C07 | Region: All markets</a:t>
            </a:r>
          </a:p>
          <a:p>
            <a:pPr algn="l"/>
            <a:r>
              <a:rPr sz="1600">
                <a:latin typeface="Aptos"/>
              </a:rPr>
              <a:t>Sentiment: -40.5 | EHI: 91.3%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25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26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27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28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Unscored: G60 Body equipment, overall technology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Review mixed feedback on 'Body equipment, overall technology'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C10 | Region: All markets</a:t>
            </a:r>
          </a:p>
          <a:p>
            <a:pPr algn="l"/>
            <a:r>
              <a:rPr sz="1600">
                <a:latin typeface="Aptos"/>
              </a:rPr>
              <a:t>Sentiment: +21.6 | EHI: 94.5%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30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54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77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119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Unscored: G60 Drivetrain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Preserve 'Drivetrain'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C01 | Region: All markets</a:t>
            </a:r>
          </a:p>
          <a:p>
            <a:pPr algn="l"/>
            <a:r>
              <a:rPr sz="1600">
                <a:latin typeface="Aptos"/>
              </a:rPr>
              <a:t>Sentiment: +52.9 | EHI: 93.8%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15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26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36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52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Unscored: G70 Body equipment, overall technology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Review mixed feedback on 'Body equipment, overall technology' for G70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C10 | Region: All markets</a:t>
            </a:r>
          </a:p>
          <a:p>
            <a:pPr algn="l"/>
            <a:r>
              <a:rPr sz="1600">
                <a:latin typeface="Aptos"/>
              </a:rPr>
              <a:t>Sentiment: +21.9 | EHI: 94.5%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26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33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93</a:t>
            </a:r>
          </a:p>
          <a:p>
            <a:pPr algn="l"/>
            <a:r>
              <a:rPr sz="1600">
                <a:latin typeface="Aptos"/>
              </a:rPr>
              <a:t>• bmw-file://G70_feedback_hackathon.xlsx — Feedback_Explorer!row 157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Unscored: F70 Owner's Manual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'Owner's Manual' for F70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C10 | Region: All markets</a:t>
            </a:r>
          </a:p>
          <a:p>
            <a:pPr algn="l"/>
            <a:r>
              <a:rPr sz="1600">
                <a:latin typeface="Aptos"/>
              </a:rPr>
              <a:t>Sentiment: -52.8 | EHI: 87.1%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3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4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25</a:t>
            </a:r>
          </a:p>
          <a:p>
            <a:pPr algn="l"/>
            <a:r>
              <a:rPr sz="1600">
                <a:latin typeface="Aptos"/>
              </a:rPr>
              <a:t>• bmw-file://F70_feedback_hackathon.xlsx — Feedback_Explorer!row 26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Unscored: G60 Electric Range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'Electric Range'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C02 | Region: All markets</a:t>
            </a:r>
          </a:p>
          <a:p>
            <a:pPr algn="l"/>
            <a:r>
              <a:rPr sz="1600">
                <a:latin typeface="Aptos"/>
              </a:rPr>
              <a:t>Sentiment: -12.9 | EHI: 88.5%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40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41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42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59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Unscored: G60 Seats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algn="l"/>
            <a:r>
              <a:rPr sz="1600">
                <a:latin typeface="Aptos"/>
              </a:rPr>
              <a:t>Improve 'Seats' for G60 customers.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Category: C05 | Region: All markets</a:t>
            </a:r>
          </a:p>
          <a:p>
            <a:pPr algn="l"/>
            <a:r>
              <a:rPr sz="1600">
                <a:latin typeface="Aptos"/>
              </a:rPr>
              <a:t>Sentiment: -1.0 | EHI: 90.5% | Priority: Unscored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Evidence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37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38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39</a:t>
            </a:r>
          </a:p>
          <a:p>
            <a:pPr algn="l"/>
            <a:r>
              <a:rPr sz="1600">
                <a:latin typeface="Aptos"/>
              </a:rPr>
              <a:t>• bmw-file://G60_feedback_hackathon.xlsx — Feedback_Explorer!row 131</a:t>
            </a:r>
          </a:p>
          <a:p>
            <a:pPr algn="l"/>
          </a:p>
          <a:p>
            <a:pPr algn="l"/>
            <a:r>
              <a:rPr sz="1600">
                <a:latin typeface="Aptos"/>
              </a:rPr>
              <a:t>Blindspots</a:t>
            </a:r>
          </a:p>
          <a:p>
            <a:pPr algn="l"/>
            <a:r>
              <a:rPr sz="1600">
                <a:latin typeface="Aptos"/>
              </a:rPr>
              <a:t>• No dated observations; 30-day velocity is unknown.</a:t>
            </a:r>
          </a:p>
          <a:p>
            <a:pPr algn="l"/>
            <a:r>
              <a:rPr sz="1600">
                <a:latin typeface="Aptos"/>
              </a:rPr>
              <a:t>• No validated synthetic sales take-rate causality score.</a:t>
            </a:r>
          </a:p>
          <a:p>
            <a:pPr algn="l"/>
            <a:r>
              <a:rPr sz="1600">
                <a:latin typeface="Aptos"/>
              </a:rPr>
              <a:t>• No validated competitor two-year ROI score.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